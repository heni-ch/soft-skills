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056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à coins arrondis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20" name="Sous-titr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19" name="Espace réservé de la date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à coins arrondis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Arrondir un rectangle à un seul coin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fr-FR" smtClean="0"/>
              <a:t>Cliquez sur l'icône pour ajouter une image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à coins arrondis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Espace réservé du titre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25" name="Espace réservé de la date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85F6B2AC-5D55-474E-8AE7-557C1A04D474}" type="datetimeFigureOut">
              <a:rPr lang="fr-FR" smtClean="0"/>
              <a:t>20/06/2022</a:t>
            </a:fld>
            <a:endParaRPr lang="fr-FR"/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7C42E07C-7B6B-4B15-93A1-3265BCBAD0C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Self </a:t>
            </a:r>
            <a:r>
              <a:rPr lang="fr-FR" dirty="0" err="1" smtClean="0"/>
              <a:t>Discovery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 err="1" smtClean="0"/>
              <a:t>Three</a:t>
            </a:r>
            <a:r>
              <a:rPr lang="fr-FR" dirty="0" smtClean="0"/>
              <a:t> main </a:t>
            </a:r>
            <a:r>
              <a:rPr lang="fr-FR" dirty="0" err="1" smtClean="0"/>
              <a:t>technical</a:t>
            </a:r>
            <a:r>
              <a:rPr lang="fr-FR" dirty="0" smtClean="0"/>
              <a:t> </a:t>
            </a:r>
            <a:r>
              <a:rPr lang="fr-FR" dirty="0" err="1" smtClean="0"/>
              <a:t>skills</a:t>
            </a:r>
            <a:r>
              <a:rPr lang="fr-FR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Programming</a:t>
            </a:r>
            <a:r>
              <a:rPr lang="fr-FR" dirty="0" smtClean="0"/>
              <a:t> </a:t>
            </a:r>
            <a:r>
              <a:rPr lang="fr-FR" dirty="0" err="1" smtClean="0"/>
              <a:t>languages:Frontend</a:t>
            </a:r>
            <a:r>
              <a:rPr lang="fr-FR" dirty="0" smtClean="0"/>
              <a:t> and </a:t>
            </a:r>
            <a:r>
              <a:rPr lang="fr-FR" dirty="0" err="1" smtClean="0"/>
              <a:t>Backend</a:t>
            </a:r>
            <a:r>
              <a:rPr lang="fr-F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Learning/</a:t>
            </a:r>
            <a:r>
              <a:rPr lang="fr-FR" dirty="0" err="1" smtClean="0"/>
              <a:t>adaptabilty</a:t>
            </a:r>
            <a:r>
              <a:rPr lang="fr-FR" dirty="0" smtClean="0"/>
              <a:t> </a:t>
            </a:r>
            <a:r>
              <a:rPr lang="fr-FR" dirty="0" err="1" smtClean="0"/>
              <a:t>skills</a:t>
            </a:r>
            <a:r>
              <a:rPr lang="fr-F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Communication.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314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Soft </a:t>
            </a:r>
            <a:r>
              <a:rPr lang="fr-FR" dirty="0" err="1" smtClean="0"/>
              <a:t>Skills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Openness</a:t>
            </a:r>
            <a:r>
              <a:rPr lang="fr-FR" dirty="0" smtClean="0"/>
              <a:t> to feedback: </a:t>
            </a:r>
            <a:r>
              <a:rPr lang="fr-FR" dirty="0" err="1" smtClean="0"/>
              <a:t>Being</a:t>
            </a:r>
            <a:r>
              <a:rPr lang="fr-FR" dirty="0" smtClean="0"/>
              <a:t> open and able to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development</a:t>
            </a:r>
            <a:r>
              <a:rPr lang="fr-FR" dirty="0" smtClean="0"/>
              <a:t> feedback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critical</a:t>
            </a:r>
            <a:r>
              <a:rPr lang="fr-FR" dirty="0" smtClean="0"/>
              <a:t> to </a:t>
            </a:r>
            <a:r>
              <a:rPr lang="fr-FR" dirty="0" err="1" smtClean="0"/>
              <a:t>success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 job.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Adaptability</a:t>
            </a:r>
            <a:r>
              <a:rPr lang="fr-FR" dirty="0" smtClean="0"/>
              <a:t>: </a:t>
            </a:r>
            <a:r>
              <a:rPr lang="fr-FR" dirty="0" err="1" smtClean="0"/>
              <a:t>Being</a:t>
            </a:r>
            <a:r>
              <a:rPr lang="fr-FR" dirty="0" smtClean="0"/>
              <a:t> able to </a:t>
            </a:r>
            <a:r>
              <a:rPr lang="fr-FR" dirty="0" err="1" smtClean="0"/>
              <a:t>adapt</a:t>
            </a:r>
            <a:r>
              <a:rPr lang="fr-FR" dirty="0" smtClean="0"/>
              <a:t> to change and a positive attitude about change go a long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toward</a:t>
            </a:r>
            <a:r>
              <a:rPr lang="fr-FR" dirty="0" smtClean="0"/>
              <a:t> </a:t>
            </a:r>
            <a:r>
              <a:rPr lang="fr-FR" dirty="0" err="1" smtClean="0"/>
              <a:t>growing</a:t>
            </a:r>
            <a:r>
              <a:rPr lang="fr-FR" dirty="0" smtClean="0"/>
              <a:t> a </a:t>
            </a:r>
            <a:r>
              <a:rPr lang="fr-FR" dirty="0" err="1" smtClean="0"/>
              <a:t>successful</a:t>
            </a:r>
            <a:r>
              <a:rPr lang="fr-FR" dirty="0" smtClean="0"/>
              <a:t> </a:t>
            </a:r>
            <a:r>
              <a:rPr lang="fr-FR" dirty="0" err="1" smtClean="0"/>
              <a:t>career</a:t>
            </a:r>
            <a:r>
              <a:rPr lang="fr-F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942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Values and Anti-Values</a:t>
            </a:r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Values</a:t>
            </a:r>
            <a:endParaRPr lang="fr-FR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fr-FR" dirty="0" smtClean="0"/>
              <a:t>Anti-Values</a:t>
            </a:r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 dirty="0" smtClean="0"/>
              <a:t>Respect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smtClean="0"/>
              <a:t>Justice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err="1" smtClean="0"/>
              <a:t>Honesty</a:t>
            </a:r>
            <a:endParaRPr lang="fr-FR" dirty="0"/>
          </a:p>
        </p:txBody>
      </p:sp>
      <p:sp>
        <p:nvSpPr>
          <p:cNvPr id="14" name="Espace réservé du contenu 1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 dirty="0" err="1" smtClean="0"/>
              <a:t>Disrespect</a:t>
            </a:r>
            <a:endParaRPr lang="fr-FR" dirty="0" smtClean="0"/>
          </a:p>
          <a:p>
            <a:pPr marL="457200" indent="-457200">
              <a:buFont typeface="+mj-lt"/>
              <a:buAutoNum type="arabicPeriod"/>
            </a:pPr>
            <a:r>
              <a:rPr lang="fr-FR" dirty="0" smtClean="0"/>
              <a:t>Injustice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err="1" smtClean="0"/>
              <a:t>Aggressiveness</a:t>
            </a:r>
            <a:endParaRPr lang="fr-FR" dirty="0" smtClean="0"/>
          </a:p>
          <a:p>
            <a:pPr marL="457200" indent="-45720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719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Necessary</a:t>
            </a:r>
            <a:r>
              <a:rPr lang="fr-FR" dirty="0" smtClean="0"/>
              <a:t> </a:t>
            </a:r>
            <a:r>
              <a:rPr lang="fr-FR" dirty="0" err="1" smtClean="0"/>
              <a:t>Skills</a:t>
            </a:r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Creative</a:t>
            </a:r>
            <a:r>
              <a:rPr lang="fr-FR" dirty="0" smtClean="0"/>
              <a:t> and </a:t>
            </a:r>
            <a:r>
              <a:rPr lang="fr-FR" dirty="0" err="1" smtClean="0"/>
              <a:t>critical</a:t>
            </a:r>
            <a:r>
              <a:rPr lang="fr-FR" dirty="0" smtClean="0"/>
              <a:t> </a:t>
            </a:r>
            <a:r>
              <a:rPr lang="fr-FR" dirty="0" err="1" smtClean="0"/>
              <a:t>thinking</a:t>
            </a:r>
            <a:r>
              <a:rPr lang="fr-FR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ability to explain technical matters </a:t>
            </a:r>
            <a:r>
              <a:rPr lang="en-US" dirty="0" smtClean="0"/>
              <a:t>clearly.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Self-Motivation.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060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/>
              <a:t>S: </a:t>
            </a:r>
            <a:r>
              <a:rPr lang="fr-FR" dirty="0" err="1" smtClean="0"/>
              <a:t>Within</a:t>
            </a:r>
            <a:r>
              <a:rPr lang="fr-FR" dirty="0" smtClean="0"/>
              <a:t> the </a:t>
            </a:r>
            <a:r>
              <a:rPr lang="fr-FR" dirty="0" err="1" smtClean="0"/>
              <a:t>next</a:t>
            </a:r>
            <a:r>
              <a:rPr lang="fr-FR" dirty="0" smtClean="0"/>
              <a:t> 12 </a:t>
            </a:r>
            <a:r>
              <a:rPr lang="fr-FR" dirty="0" err="1" smtClean="0"/>
              <a:t>months</a:t>
            </a:r>
            <a:r>
              <a:rPr lang="fr-FR" dirty="0" smtClean="0"/>
              <a:t>,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employed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tech-company</a:t>
            </a:r>
            <a:r>
              <a:rPr lang="fr-FR" dirty="0" smtClean="0"/>
              <a:t>.</a:t>
            </a:r>
          </a:p>
          <a:p>
            <a:r>
              <a:rPr lang="fr-FR" dirty="0" smtClean="0"/>
              <a:t>M: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r>
              <a:rPr lang="fr-FR" dirty="0" smtClean="0"/>
              <a:t> harder and </a:t>
            </a:r>
            <a:r>
              <a:rPr lang="fr-FR" dirty="0" err="1" smtClean="0"/>
              <a:t>learn</a:t>
            </a:r>
            <a:r>
              <a:rPr lang="fr-FR" dirty="0" smtClean="0"/>
              <a:t> new </a:t>
            </a:r>
            <a:r>
              <a:rPr lang="fr-FR" dirty="0" err="1" smtClean="0"/>
              <a:t>technical</a:t>
            </a:r>
            <a:r>
              <a:rPr lang="fr-FR" dirty="0" smtClean="0"/>
              <a:t> </a:t>
            </a:r>
            <a:r>
              <a:rPr lang="fr-FR" dirty="0" err="1" smtClean="0"/>
              <a:t>skills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A: </a:t>
            </a:r>
            <a:r>
              <a:rPr lang="fr-FR" dirty="0" err="1" smtClean="0"/>
              <a:t>Apply</a:t>
            </a:r>
            <a:r>
              <a:rPr lang="fr-FR" dirty="0" smtClean="0"/>
              <a:t> for a web </a:t>
            </a:r>
            <a:r>
              <a:rPr lang="fr-FR" dirty="0" err="1" smtClean="0"/>
              <a:t>development</a:t>
            </a:r>
            <a:r>
              <a:rPr lang="fr-FR" dirty="0" smtClean="0"/>
              <a:t> job </a:t>
            </a:r>
            <a:r>
              <a:rPr lang="fr-FR" dirty="0" err="1" smtClean="0"/>
              <a:t>abroad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R: </a:t>
            </a:r>
            <a:r>
              <a:rPr lang="en-US" dirty="0"/>
              <a:t>I will </a:t>
            </a:r>
            <a:r>
              <a:rPr lang="en-US" dirty="0" err="1"/>
              <a:t>enrol</a:t>
            </a:r>
            <a:r>
              <a:rPr lang="en-US" dirty="0"/>
              <a:t> into a training course to ensure I am qualified and skilled to work in this </a:t>
            </a:r>
            <a:r>
              <a:rPr lang="en-US" dirty="0" smtClean="0"/>
              <a:t>industry.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smtClean="0"/>
              <a:t>T:  It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accomplished</a:t>
            </a:r>
            <a:r>
              <a:rPr lang="fr-FR" dirty="0" smtClean="0"/>
              <a:t> in the </a:t>
            </a:r>
            <a:r>
              <a:rPr lang="fr-FR" dirty="0" err="1" smtClean="0"/>
              <a:t>next</a:t>
            </a:r>
            <a:r>
              <a:rPr lang="fr-FR" dirty="0" smtClean="0"/>
              <a:t> </a:t>
            </a:r>
            <a:r>
              <a:rPr lang="fr-FR" dirty="0" err="1" smtClean="0"/>
              <a:t>two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530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72</TotalTime>
  <Words>167</Words>
  <Application>Microsoft Office PowerPoint</Application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Aspect</vt:lpstr>
      <vt:lpstr>Self Discovery</vt:lpstr>
      <vt:lpstr>Soft Skills</vt:lpstr>
      <vt:lpstr>Values and Anti-Values</vt:lpstr>
      <vt:lpstr>Necessary Skills</vt:lpstr>
      <vt:lpstr>SMART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Discovery</dc:title>
  <dc:creator>LENOVO</dc:creator>
  <cp:lastModifiedBy>LENOVO</cp:lastModifiedBy>
  <cp:revision>7</cp:revision>
  <dcterms:created xsi:type="dcterms:W3CDTF">2022-06-20T16:17:52Z</dcterms:created>
  <dcterms:modified xsi:type="dcterms:W3CDTF">2022-06-20T17:30:26Z</dcterms:modified>
</cp:coreProperties>
</file>